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week, in one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walkthrough of how officers build the roster and staff use it day to 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73152"/>
          </a:xfrm>
          <a:prstGeom prst="rect">
            <a:avLst/>
          </a:prstGeom>
          <a:solidFill>
            <a:srgbClr val="0D6E6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Rostering is safety-critical, and it's still mostly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" cy="777240"/>
          </a:xfrm>
          <a:prstGeom prst="rect">
            <a:avLst/>
          </a:prstGeom>
          <a:solidFill>
            <a:srgbClr val="B5690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 go unseen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notices a shift is unfilled until the day it happens.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4864" cy="777240"/>
          </a:xfrm>
          <a:prstGeom prst="rect">
            <a:avLst/>
          </a:prstGeom>
          <a:solidFill>
            <a:srgbClr val="B5690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fatigue rules live in someone's head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Anaesthetics, who needs rest after a night shift — tracked informally, enforced inconsistently.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4864" cy="777240"/>
          </a:xfrm>
          <a:prstGeom prst="rect">
            <a:avLst/>
          </a:prstGeom>
          <a:solidFill>
            <a:srgbClr val="B5690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2336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leave and swaps run on phone calls and texts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is a manual chase to find and confirm cover.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54864" cy="777240"/>
          </a:xfrm>
          <a:prstGeom prst="rect">
            <a:avLst/>
          </a:prstGeom>
          <a:solidFill>
            <a:srgbClr val="B5690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6636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numbers live in someone's phone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55040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a system anyone else can reach at 2am.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ROSTER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 see coverage for the whole month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Calendar colours every day by how well it's covered — a run of red or orange is where an officer starts.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0712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73168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B5690A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5624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0536" y="23317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C4463A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0712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B5690A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0536" y="302666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0712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35624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C4463A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C4463A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0536" y="3721608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2F9E5B">
              <a:alpha val="85000"/>
            </a:srgbClr>
          </a:solidFill>
          <a:ln w="9525">
            <a:solidFill>
              <a:srgbClr val="D9DF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F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" y="4846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covered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B5690A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4846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short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0680" y="4892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C4463A"/>
          </a:solidFill>
          <a:ln/>
        </p:spPr>
      </p:sp>
      <p:sp>
        <p:nvSpPr>
          <p:cNvPr id="31" name="Text 29"/>
          <p:cNvSpPr/>
          <p:nvPr/>
        </p:nvSpPr>
        <p:spPr>
          <a:xfrm>
            <a:off x="5733288" y="48463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activity unfilled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applies a saved Week Template to fill in the standard skeleton, then Day view assigns each activity and on-call slot — ranked by who's done it least, so experience stays spread fairly.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IT SAFE AND FAIR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that stop the same few people carrying every hard 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59152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without a required skill — Anaesthetics, Endoscopy, Obstetrics — simply don't appear in that slot's picker.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737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938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359152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rest after a night shift is enforced automatically, with a required reason whenever one has to be overridden.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24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reporting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645152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On-call, weekend, and case-mix load tallied per person and exportable, so it stays visibly even across the department.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0233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42245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Violations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4645152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rules checked over any date range, with every affected person and day flagged and drillable.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TO DAY — STAFF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carry the roster in their pocket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64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and who's with 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allocation front and centre, plus who else is on at their location that session.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On-call, one tap to 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2004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week's on-call roster by type — tap a name, tap the number, call.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593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for an open shift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29768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short-staffed shows up under Variation; Volunteer sends the request, an officer approves it from Day view.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sick in one tap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3949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Sick raises a banner in Day view for an officer to approve — no phone call needed.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to the home screen on iOS or Android like a native app — no app store, no separate login card to carry.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PLANS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closes the loop, in the same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0D6E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sick, or volunteers for an open shift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33088" y="28803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548640" cy="548640"/>
          </a:xfrm>
          <a:prstGeom prst="ellipse">
            <a:avLst/>
          </a:prstGeom>
          <a:solidFill>
            <a:srgbClr val="0D6E6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9260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a banner in Day view, approves or denies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90688" y="288036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548640" cy="548640"/>
          </a:xfrm>
          <a:prstGeom prst="ellipse">
            <a:avLst/>
          </a:prstGeom>
          <a:solidFill>
            <a:srgbClr val="0D6E6B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29260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colour on the Calendar updates immediately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spreadsheet edits, no group chat, no one left finding out on the day.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the district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29000" cy="54864"/>
          </a:xfrm>
          <a:prstGeom prst="rect">
            <a:avLst/>
          </a:prstGeom>
          <a:solidFill>
            <a:srgbClr val="0D6E6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574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back for clinical leaders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maintaining the roster drops from a manual, error-prone job to minutes a week.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54864"/>
          </a:xfrm>
          <a:prstGeom prst="rect">
            <a:avLst/>
          </a:prstGeom>
          <a:solidFill>
            <a:srgbClr val="0D6E6B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0574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safety gaps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0" y="28803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fatigue rules are enforced by the system, not by memory — and every override is recorded with a reason.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429000" cy="54864"/>
          </a:xfrm>
          <a:prstGeom prst="rect">
            <a:avLst/>
          </a:prstGeom>
          <a:solidFill>
            <a:srgbClr val="0D6E6B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20574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adoption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28803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an installed app on staff's own phones — the thing they'll actually check, not a portal they forget the login for.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run a live walkthrough on a real week's roster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trial it with one department for a fortnight before any wider rollout decision.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2026-09-10T23:04:24Z</dcterms:created>
  <dcterms:modified xsi:type="dcterms:W3CDTF">2026-09-10T23:04:24Z</dcterms:modified>
</cp:coreProperties>
</file>